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  <p:sldId id="264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结果</a:t>
            </a:r>
            <a:r>
              <a:rPr lang="zh-CN" altLang="zh-CN"/>
              <a:t>汇总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组</a:t>
            </a:r>
            <a:r>
              <a:rPr lang="zh-CN" altLang="en-US"/>
              <a:t>水平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735" y="1990725"/>
            <a:ext cx="6828790" cy="33362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01290" y="5666105"/>
            <a:ext cx="70554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KaiTi"/>
                <a:ea typeface="KaiTi"/>
              </a:rPr>
              <a:t>左图是正常人平均每个脑区的 </a:t>
            </a:r>
            <a:r>
              <a:rPr lang="en-US" altLang="zh-CN" sz="1600">
                <a:solidFill>
                  <a:srgbClr val="000000"/>
                </a:solidFill>
                <a:latin typeface="KaiTi"/>
                <a:ea typeface="KaiTi"/>
              </a:rPr>
              <a:t>FCS </a:t>
            </a:r>
            <a:r>
              <a:rPr lang="zh-CN" altLang="en-US" sz="1600">
                <a:solidFill>
                  <a:srgbClr val="000000"/>
                </a:solidFill>
                <a:latin typeface="KaiTi"/>
                <a:ea typeface="KaiTi"/>
              </a:rPr>
              <a:t>值，右图是孤独症患者平均的 </a:t>
            </a:r>
            <a:r>
              <a:rPr lang="en-US" altLang="zh-CN" sz="1600">
                <a:solidFill>
                  <a:srgbClr val="000000"/>
                </a:solidFill>
                <a:latin typeface="KaiTi"/>
                <a:ea typeface="KaiTi"/>
              </a:rPr>
              <a:t>FCS </a:t>
            </a:r>
            <a:r>
              <a:rPr lang="zh-CN" altLang="en-US" sz="1600">
                <a:solidFill>
                  <a:srgbClr val="000000"/>
                </a:solidFill>
                <a:latin typeface="KaiTi"/>
                <a:ea typeface="KaiTi"/>
              </a:rPr>
              <a:t>每个脑区的 </a:t>
            </a:r>
            <a:r>
              <a:rPr lang="en-US" altLang="zh-CN" sz="1600">
                <a:solidFill>
                  <a:srgbClr val="000000"/>
                </a:solidFill>
                <a:latin typeface="KaiTi"/>
                <a:ea typeface="KaiTi"/>
              </a:rPr>
              <a:t>FCS </a:t>
            </a:r>
            <a:r>
              <a:rPr lang="zh-CN" altLang="en-US" sz="1600">
                <a:solidFill>
                  <a:srgbClr val="000000"/>
                </a:solidFill>
                <a:latin typeface="KaiTi"/>
                <a:ea typeface="KaiTi"/>
              </a:rPr>
              <a:t>值</a:t>
            </a:r>
            <a:endParaRPr lang="zh-CN" altLang="en-US" sz="1600">
              <a:solidFill>
                <a:srgbClr val="000000"/>
              </a:solidFill>
              <a:latin typeface="KaiTi"/>
              <a:ea typeface="KaiTi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693420"/>
            <a:ext cx="5487670" cy="5556250"/>
          </a:xfrm>
        </p:spPr>
        <p:txBody>
          <a:bodyPr/>
          <a:p>
            <a:r>
              <a:rPr lang="zh-CN" altLang="en-US"/>
              <a:t>极端负偏离比例图</a:t>
            </a:r>
            <a:r>
              <a:rPr lang="en-US" altLang="zh-CN"/>
              <a:t>                                         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极端正偏离比例</a:t>
            </a:r>
            <a:r>
              <a:rPr lang="zh-CN" altLang="en-US"/>
              <a:t>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35" y="1127125"/>
            <a:ext cx="4648835" cy="2301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35" y="4166235"/>
            <a:ext cx="4748530" cy="232473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6223000" y="694055"/>
            <a:ext cx="5487670" cy="568261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极端偏离</a:t>
            </a:r>
            <a:r>
              <a:rPr lang="zh-CN" altLang="en-US"/>
              <a:t>总比例图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重叠差异图</a:t>
            </a:r>
            <a:r>
              <a:rPr lang="en-US" altLang="zh-CN"/>
              <a:t>                                          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90" y="1103630"/>
            <a:ext cx="4748530" cy="2451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65" y="3689985"/>
            <a:ext cx="3841115" cy="29838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685165"/>
            <a:ext cx="10968990" cy="5564505"/>
          </a:xfrm>
        </p:spPr>
        <p:txBody>
          <a:bodyPr/>
          <a:p>
            <a:r>
              <a:rPr lang="zh-CN" altLang="en-US"/>
              <a:t>置换检验后的极端偏离</a:t>
            </a:r>
            <a:r>
              <a:rPr lang="zh-CN" altLang="en-US"/>
              <a:t>脑图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8755" y="1088390"/>
            <a:ext cx="7042785" cy="3208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聚类</a:t>
            </a:r>
            <a:r>
              <a:rPr lang="zh-CN" altLang="en-US"/>
              <a:t>结果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聚类</a:t>
            </a:r>
            <a:r>
              <a:rPr lang="zh-CN" altLang="en-US"/>
              <a:t>中心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35" y="1962150"/>
            <a:ext cx="4275455" cy="209994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608400" y="406215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对分类显著贡献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的脑区及</a:t>
            </a:r>
            <a:r>
              <a:rPr lang="zh-CN" altLang="en-US"/>
              <a:t>排名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890" y="4196715"/>
            <a:ext cx="3025140" cy="26612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980" y="4171950"/>
            <a:ext cx="3380740" cy="26860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655955"/>
            <a:ext cx="5615305" cy="5593715"/>
          </a:xfrm>
        </p:spPr>
        <p:txBody>
          <a:bodyPr/>
          <a:p>
            <a:r>
              <a:rPr lang="zh-CN" altLang="en-US"/>
              <a:t>不同类型下的行为学指标</a:t>
            </a:r>
            <a:r>
              <a:rPr lang="zh-CN" altLang="en-US"/>
              <a:t>差异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263015"/>
            <a:ext cx="5228590" cy="4143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Z </a:t>
            </a:r>
            <a:r>
              <a:rPr lang="zh-CN" altLang="en-US"/>
              <a:t>分数与</a:t>
            </a:r>
            <a:r>
              <a:rPr lang="zh-CN" altLang="en-US"/>
              <a:t>行为学指标的相关性分析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895975" cy="4759325"/>
          </a:xfrm>
        </p:spPr>
        <p:txBody>
          <a:bodyPr/>
          <a:p>
            <a:r>
              <a:rPr lang="zh-CN" altLang="en-US"/>
              <a:t>相关性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6296025" y="1505585"/>
            <a:ext cx="5895975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</a:t>
            </a:r>
            <a:r>
              <a:rPr lang="zh-CN" altLang="en-US"/>
              <a:t>值图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3078"/>
          <a:stretch>
            <a:fillRect/>
          </a:stretch>
        </p:blipFill>
        <p:spPr>
          <a:xfrm>
            <a:off x="6673850" y="1967230"/>
            <a:ext cx="5400675" cy="49974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860550"/>
            <a:ext cx="5848985" cy="50914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17network</a:t>
            </a:r>
            <a:r>
              <a:rPr lang="en-US" altLang="zh-CN"/>
              <a:t>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9990" y="1490345"/>
            <a:ext cx="4947285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690" y="1283335"/>
            <a:ext cx="5429250" cy="52609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3540" y="1656080"/>
            <a:ext cx="3168015" cy="25139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5436"/>
          <a:stretch>
            <a:fillRect/>
          </a:stretch>
        </p:blipFill>
        <p:spPr>
          <a:xfrm>
            <a:off x="3046730" y="1592580"/>
            <a:ext cx="2763520" cy="2362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87270" y="1289050"/>
            <a:ext cx="1112520" cy="303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亚类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830" y="1571625"/>
            <a:ext cx="3058795" cy="2553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18235"/>
          <a:stretch>
            <a:fillRect/>
          </a:stretch>
        </p:blipFill>
        <p:spPr>
          <a:xfrm>
            <a:off x="5993765" y="1536700"/>
            <a:ext cx="2830830" cy="2857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712075" y="1268095"/>
            <a:ext cx="1112520" cy="303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亚类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530860"/>
            <a:ext cx="10968990" cy="5718810"/>
          </a:xfrm>
        </p:spPr>
        <p:txBody>
          <a:bodyPr/>
          <a:p>
            <a:r>
              <a:rPr lang="en-US" altLang="zh-CN"/>
              <a:t>r</a:t>
            </a:r>
            <a:r>
              <a:rPr lang="zh-CN" altLang="en-US"/>
              <a:t>值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8120" y="1028065"/>
            <a:ext cx="5029200" cy="5308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112125" y="892810"/>
            <a:ext cx="153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亚类</a:t>
            </a:r>
            <a:r>
              <a:rPr lang="en-US" altLang="zh-CN"/>
              <a:t>2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3012" b="2141"/>
          <a:stretch>
            <a:fillRect/>
          </a:stretch>
        </p:blipFill>
        <p:spPr>
          <a:xfrm>
            <a:off x="1089660" y="1156335"/>
            <a:ext cx="4758690" cy="4949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98750" y="892810"/>
            <a:ext cx="153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亚类</a:t>
            </a:r>
            <a:r>
              <a:rPr lang="en-US" altLang="zh-CN"/>
              <a:t>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677545"/>
            <a:ext cx="10968990" cy="5572125"/>
          </a:xfrm>
        </p:spPr>
        <p:txBody>
          <a:bodyPr/>
          <a:p>
            <a:r>
              <a:rPr lang="en-US" altLang="zh-CN"/>
              <a:t>p</a:t>
            </a:r>
            <a:r>
              <a:rPr lang="zh-CN" altLang="en-US"/>
              <a:t>值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67660" y="892810"/>
            <a:ext cx="153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亚类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4237"/>
          <a:stretch>
            <a:fillRect/>
          </a:stretch>
        </p:blipFill>
        <p:spPr>
          <a:xfrm>
            <a:off x="6734810" y="1261110"/>
            <a:ext cx="4842510" cy="50660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85810" y="892810"/>
            <a:ext cx="153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亚类</a:t>
            </a:r>
            <a:r>
              <a:rPr lang="en-US" altLang="zh-CN"/>
              <a:t>2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15" y="1233170"/>
            <a:ext cx="4587240" cy="50660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亚类预测结果比较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330" y="1490345"/>
            <a:ext cx="598297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WPS 文字</Application>
  <PresentationFormat>宽屏</PresentationFormat>
  <Paragraphs>129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KaiTi</vt:lpstr>
      <vt:lpstr>汉仪楷体KW</vt:lpstr>
      <vt:lpstr>苹方-简</vt:lpstr>
      <vt:lpstr>微软雅黑</vt:lpstr>
      <vt:lpstr>汉仪旗黑</vt:lpstr>
      <vt:lpstr>宋体</vt:lpstr>
      <vt:lpstr>Arial Unicode MS</vt:lpstr>
      <vt:lpstr>KaiTi</vt:lpstr>
      <vt:lpstr>汉仪书宋二KW</vt:lpstr>
      <vt:lpstr>WPS</vt:lpstr>
      <vt:lpstr>结果汇总</vt:lpstr>
      <vt:lpstr>FC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周梓云</cp:lastModifiedBy>
  <cp:revision>172</cp:revision>
  <dcterms:created xsi:type="dcterms:W3CDTF">2026-01-18T11:37:05Z</dcterms:created>
  <dcterms:modified xsi:type="dcterms:W3CDTF">2026-01-18T11:37:05Z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7528ECD3BD596D917F215F692DF5C1BD_41</vt:lpwstr>
  </property>
</Properties>
</file>