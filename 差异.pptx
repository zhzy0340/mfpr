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63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b="1512"/>
          <a:stretch>
            <a:fillRect/>
          </a:stretch>
        </p:blipFill>
        <p:spPr>
          <a:xfrm>
            <a:off x="1796415" y="561340"/>
            <a:ext cx="3219450" cy="257111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5070" y="561340"/>
            <a:ext cx="3385185" cy="252857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9120" y="3263265"/>
            <a:ext cx="3105150" cy="247840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rcRect l="1302"/>
          <a:stretch>
            <a:fillRect/>
          </a:stretch>
        </p:blipFill>
        <p:spPr>
          <a:xfrm>
            <a:off x="5067300" y="3121660"/>
            <a:ext cx="3365500" cy="252920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文字</Application>
  <PresentationFormat>宽屏</PresentationFormat>
  <Paragraphs>0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苹方-简</vt:lpstr>
      <vt:lpstr>微软雅黑</vt:lpstr>
      <vt:lpstr>汉仪旗黑</vt:lpstr>
      <vt:lpstr>宋体</vt:lpstr>
      <vt:lpstr>Arial Unicode MS</vt:lpstr>
      <vt:lpstr>汉仪书宋二KW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周梓云</cp:lastModifiedBy>
  <cp:revision>163</cp:revision>
  <dcterms:created xsi:type="dcterms:W3CDTF">2026-01-15T23:58:26Z</dcterms:created>
  <dcterms:modified xsi:type="dcterms:W3CDTF">2026-01-15T23:58:26Z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2052-7.4.1.8983</vt:lpwstr>
  </property>
  <property fmtid="{D5CDD505-2E9C-101B-9397-08002B2CF9AE}" pid="3" name="ICV">
    <vt:lpwstr>25A58C5069024ABAD77B6969353F292A_41</vt:lpwstr>
  </property>
</Properties>
</file>